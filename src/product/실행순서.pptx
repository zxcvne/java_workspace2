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6C1CD-5CC1-402F-9F22-BED018BB8A8F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83087-113C-4402-BB06-B8EBA183B5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2219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6C1CD-5CC1-402F-9F22-BED018BB8A8F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83087-113C-4402-BB06-B8EBA183B5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10114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6C1CD-5CC1-402F-9F22-BED018BB8A8F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83087-113C-4402-BB06-B8EBA183B5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8723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6C1CD-5CC1-402F-9F22-BED018BB8A8F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83087-113C-4402-BB06-B8EBA183B5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6596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6C1CD-5CC1-402F-9F22-BED018BB8A8F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83087-113C-4402-BB06-B8EBA183B5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3874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6C1CD-5CC1-402F-9F22-BED018BB8A8F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83087-113C-4402-BB06-B8EBA183B5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7515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6C1CD-5CC1-402F-9F22-BED018BB8A8F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83087-113C-4402-BB06-B8EBA183B5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3372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6C1CD-5CC1-402F-9F22-BED018BB8A8F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83087-113C-4402-BB06-B8EBA183B5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695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6C1CD-5CC1-402F-9F22-BED018BB8A8F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83087-113C-4402-BB06-B8EBA183B5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43684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6C1CD-5CC1-402F-9F22-BED018BB8A8F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83087-113C-4402-BB06-B8EBA183B5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9272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6C1CD-5CC1-402F-9F22-BED018BB8A8F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83087-113C-4402-BB06-B8EBA183B5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11148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76C1CD-5CC1-402F-9F22-BED018BB8A8F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A83087-113C-4402-BB06-B8EBA183B5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0841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4414058" y="3291839"/>
            <a:ext cx="2793077" cy="15129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서버</a:t>
            </a:r>
            <a:endParaRPr lang="en-US" altLang="ko-KR" dirty="0" smtClean="0"/>
          </a:p>
        </p:txBody>
      </p:sp>
      <p:sp>
        <p:nvSpPr>
          <p:cNvPr id="10" name="타원 9"/>
          <p:cNvSpPr/>
          <p:nvPr/>
        </p:nvSpPr>
        <p:spPr>
          <a:xfrm>
            <a:off x="1055716" y="864523"/>
            <a:ext cx="1911927" cy="184542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화면</a:t>
            </a:r>
            <a:endParaRPr lang="ko-KR" altLang="en-US" dirty="0"/>
          </a:p>
        </p:txBody>
      </p:sp>
      <p:sp>
        <p:nvSpPr>
          <p:cNvPr id="11" name="타원 10"/>
          <p:cNvSpPr/>
          <p:nvPr/>
        </p:nvSpPr>
        <p:spPr>
          <a:xfrm>
            <a:off x="8862256" y="991985"/>
            <a:ext cx="1911927" cy="17179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DB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/>
        </p:nvCxnSpPr>
        <p:spPr>
          <a:xfrm>
            <a:off x="2701636" y="2618509"/>
            <a:ext cx="1339879" cy="9102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직선 화살표 연결선 14"/>
          <p:cNvCxnSpPr/>
          <p:nvPr/>
        </p:nvCxnSpPr>
        <p:spPr>
          <a:xfrm flipV="1">
            <a:off x="7531331" y="2552007"/>
            <a:ext cx="1290449" cy="8894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직선 화살표 연결선 18"/>
          <p:cNvCxnSpPr/>
          <p:nvPr/>
        </p:nvCxnSpPr>
        <p:spPr>
          <a:xfrm flipH="1" flipV="1">
            <a:off x="2701636" y="2934393"/>
            <a:ext cx="1317248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직선 화살표 연결선 22"/>
          <p:cNvCxnSpPr/>
          <p:nvPr/>
        </p:nvCxnSpPr>
        <p:spPr>
          <a:xfrm flipH="1">
            <a:off x="7490855" y="2904260"/>
            <a:ext cx="1330925" cy="974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8013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47649" y="610064"/>
            <a:ext cx="3441469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/>
              <a:t>MVC </a:t>
            </a:r>
            <a:r>
              <a:rPr lang="ko-KR" altLang="en-US" sz="2000" b="1" dirty="0" smtClean="0"/>
              <a:t>패턴</a:t>
            </a:r>
            <a:endParaRPr lang="en-US" altLang="ko-KR" sz="2000" b="1" dirty="0" smtClean="0"/>
          </a:p>
          <a:p>
            <a:endParaRPr lang="en-US" altLang="ko-KR" dirty="0" smtClean="0"/>
          </a:p>
          <a:p>
            <a:r>
              <a:rPr lang="en-US" altLang="ko-KR" dirty="0" smtClean="0"/>
              <a:t>Model =&gt; </a:t>
            </a:r>
            <a:r>
              <a:rPr lang="ko-KR" altLang="en-US" dirty="0" smtClean="0"/>
              <a:t>서버 </a:t>
            </a:r>
            <a:r>
              <a:rPr lang="en-US" altLang="ko-KR" dirty="0" smtClean="0"/>
              <a:t>&lt;-&gt; DB</a:t>
            </a:r>
          </a:p>
          <a:p>
            <a:r>
              <a:rPr lang="en-US" altLang="ko-KR" dirty="0" err="1" smtClean="0"/>
              <a:t>Veiw</a:t>
            </a:r>
            <a:r>
              <a:rPr lang="en-US" altLang="ko-KR" dirty="0" smtClean="0"/>
              <a:t> =&gt; </a:t>
            </a:r>
            <a:r>
              <a:rPr lang="ko-KR" altLang="en-US" dirty="0" smtClean="0"/>
              <a:t>화면</a:t>
            </a:r>
            <a:endParaRPr lang="en-US" altLang="ko-KR" dirty="0" smtClean="0"/>
          </a:p>
          <a:p>
            <a:r>
              <a:rPr lang="en-US" altLang="ko-KR" dirty="0" smtClean="0"/>
              <a:t>Controller =&gt; </a:t>
            </a:r>
            <a:r>
              <a:rPr lang="ko-KR" altLang="en-US" dirty="0" smtClean="0"/>
              <a:t>서버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1197033" y="3250277"/>
            <a:ext cx="2452254" cy="12552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Controller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7215446" y="3250277"/>
            <a:ext cx="2273531" cy="12552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DAO</a:t>
            </a:r>
          </a:p>
          <a:p>
            <a:pPr algn="ctr"/>
            <a:r>
              <a:rPr lang="en-US" altLang="ko-KR" dirty="0" smtClean="0"/>
              <a:t>Date Access Object</a:t>
            </a:r>
            <a:endParaRPr lang="ko-KR" altLang="en-US" dirty="0"/>
          </a:p>
        </p:txBody>
      </p:sp>
      <p:sp>
        <p:nvSpPr>
          <p:cNvPr id="7" name="타원 6"/>
          <p:cNvSpPr/>
          <p:nvPr/>
        </p:nvSpPr>
        <p:spPr>
          <a:xfrm>
            <a:off x="9934746" y="1451576"/>
            <a:ext cx="1612669" cy="133318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DB</a:t>
            </a:r>
            <a:endParaRPr lang="ko-KR" altLang="en-US" dirty="0"/>
          </a:p>
        </p:txBody>
      </p:sp>
      <p:cxnSp>
        <p:nvCxnSpPr>
          <p:cNvPr id="9" name="직선 화살표 연결선 8"/>
          <p:cNvCxnSpPr/>
          <p:nvPr/>
        </p:nvCxnSpPr>
        <p:spPr>
          <a:xfrm flipV="1">
            <a:off x="9346565" y="2611840"/>
            <a:ext cx="466550" cy="4665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직선 화살표 연결선 10"/>
          <p:cNvCxnSpPr/>
          <p:nvPr/>
        </p:nvCxnSpPr>
        <p:spPr>
          <a:xfrm flipH="1">
            <a:off x="9813115" y="2905468"/>
            <a:ext cx="457315" cy="5216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직사각형 11"/>
          <p:cNvSpPr/>
          <p:nvPr/>
        </p:nvSpPr>
        <p:spPr>
          <a:xfrm>
            <a:off x="4389118" y="3347448"/>
            <a:ext cx="2086496" cy="106087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Service</a:t>
            </a:r>
            <a:endParaRPr lang="ko-KR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8985019" y="4642796"/>
            <a:ext cx="26268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/>
              <a:t>한 테이블이 하나의 </a:t>
            </a:r>
            <a:r>
              <a:rPr lang="en-US" altLang="ko-KR" sz="1200" dirty="0" smtClean="0"/>
              <a:t>DAO</a:t>
            </a:r>
            <a:r>
              <a:rPr lang="ko-KR" altLang="en-US" sz="1200" dirty="0" smtClean="0"/>
              <a:t>를 가짐</a:t>
            </a:r>
            <a:endParaRPr lang="ko-KR" altLang="en-US" sz="1200" dirty="0"/>
          </a:p>
        </p:txBody>
      </p:sp>
      <p:sp>
        <p:nvSpPr>
          <p:cNvPr id="15" name="직사각형 14"/>
          <p:cNvSpPr/>
          <p:nvPr/>
        </p:nvSpPr>
        <p:spPr>
          <a:xfrm>
            <a:off x="6770716" y="1598128"/>
            <a:ext cx="1970117" cy="9666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/>
              <a:t>DBConnection</a:t>
            </a:r>
            <a:endParaRPr lang="en-US" altLang="ko-KR" dirty="0" smtClean="0"/>
          </a:p>
          <a:p>
            <a:pPr algn="ctr"/>
            <a:r>
              <a:rPr lang="ko-KR" altLang="en-US" dirty="0" err="1" smtClean="0"/>
              <a:t>싱글톤</a:t>
            </a:r>
            <a:endParaRPr lang="ko-KR" altLang="en-US" dirty="0"/>
          </a:p>
        </p:txBody>
      </p:sp>
      <p:cxnSp>
        <p:nvCxnSpPr>
          <p:cNvPr id="19" name="직선 화살표 연결선 18"/>
          <p:cNvCxnSpPr/>
          <p:nvPr/>
        </p:nvCxnSpPr>
        <p:spPr>
          <a:xfrm>
            <a:off x="7755775" y="2626822"/>
            <a:ext cx="0" cy="4031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직사각형 19"/>
          <p:cNvSpPr/>
          <p:nvPr/>
        </p:nvSpPr>
        <p:spPr>
          <a:xfrm>
            <a:off x="4650970" y="4988306"/>
            <a:ext cx="1562792" cy="6151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/>
              <a:t>Service</a:t>
            </a:r>
          </a:p>
          <a:p>
            <a:pPr algn="ctr"/>
            <a:r>
              <a:rPr lang="en-US" altLang="ko-KR" sz="1400" dirty="0" smtClean="0"/>
              <a:t>interface</a:t>
            </a:r>
            <a:endParaRPr lang="ko-KR" altLang="en-US" sz="1400" dirty="0"/>
          </a:p>
        </p:txBody>
      </p:sp>
      <p:sp>
        <p:nvSpPr>
          <p:cNvPr id="24" name="직사각형 23"/>
          <p:cNvSpPr/>
          <p:nvPr/>
        </p:nvSpPr>
        <p:spPr>
          <a:xfrm>
            <a:off x="7502235" y="4988306"/>
            <a:ext cx="1562792" cy="6151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/>
              <a:t>DAO interface</a:t>
            </a:r>
            <a:endParaRPr lang="ko-KR" altLang="en-US" sz="1400" dirty="0"/>
          </a:p>
        </p:txBody>
      </p:sp>
      <p:cxnSp>
        <p:nvCxnSpPr>
          <p:cNvPr id="26" name="직선 화살표 연결선 25"/>
          <p:cNvCxnSpPr/>
          <p:nvPr/>
        </p:nvCxnSpPr>
        <p:spPr>
          <a:xfrm flipV="1">
            <a:off x="8267006" y="4533255"/>
            <a:ext cx="0" cy="3865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직선 화살표 연결선 27"/>
          <p:cNvCxnSpPr/>
          <p:nvPr/>
        </p:nvCxnSpPr>
        <p:spPr>
          <a:xfrm flipV="1">
            <a:off x="5432366" y="4533254"/>
            <a:ext cx="0" cy="3865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직사각형 32"/>
          <p:cNvSpPr/>
          <p:nvPr/>
        </p:nvSpPr>
        <p:spPr>
          <a:xfrm>
            <a:off x="1305098" y="2236663"/>
            <a:ext cx="2236123" cy="7393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/>
              <a:t>Domain</a:t>
            </a:r>
          </a:p>
          <a:p>
            <a:pPr algn="ctr"/>
            <a:r>
              <a:rPr lang="ko-KR" altLang="en-US" sz="1400" dirty="0" smtClean="0"/>
              <a:t>객체 </a:t>
            </a:r>
            <a:r>
              <a:rPr lang="en-US" altLang="ko-KR" sz="1400" dirty="0" smtClean="0"/>
              <a:t>class</a:t>
            </a:r>
            <a:endParaRPr lang="ko-KR" altLang="en-US" sz="1400" dirty="0"/>
          </a:p>
        </p:txBody>
      </p:sp>
      <p:sp>
        <p:nvSpPr>
          <p:cNvPr id="34" name="직사각형 33"/>
          <p:cNvSpPr/>
          <p:nvPr/>
        </p:nvSpPr>
        <p:spPr>
          <a:xfrm>
            <a:off x="1113904" y="5378335"/>
            <a:ext cx="1928553" cy="9656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main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911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39</Words>
  <Application>Microsoft Office PowerPoint</Application>
  <PresentationFormat>와이드스크린</PresentationFormat>
  <Paragraphs>22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Windows 사용자</dc:creator>
  <cp:lastModifiedBy>Windows 사용자</cp:lastModifiedBy>
  <cp:revision>6</cp:revision>
  <dcterms:created xsi:type="dcterms:W3CDTF">2025-11-24T07:46:21Z</dcterms:created>
  <dcterms:modified xsi:type="dcterms:W3CDTF">2025-11-24T08:48:44Z</dcterms:modified>
</cp:coreProperties>
</file>